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684" y="60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DA2DA9-3D55-401D-AC84-50635242C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D5148D1-6163-4345-952B-1F77C3BCD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4F783D-2A2E-4A69-8B8F-28A13970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C4E7-2E5F-46F4-9710-5D372B65B8AB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52D1D4-6D3D-485C-8279-E7FD741FE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1B5278-71DC-4540-B575-3184445D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3A70-CBA7-4157-AC99-9CC2258B7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7117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0648D5-FE57-40FC-8FB1-172FADF91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3FC62E-7305-4CD9-9A6F-B3F9F580A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0A9FC1-603E-478D-A974-F682C83AB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C4E7-2E5F-46F4-9710-5D372B65B8AB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C81AFC-E675-4CCF-A9BA-8A0BA26B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88CDC1-C2D9-4BCB-8203-93F1C155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3A70-CBA7-4157-AC99-9CC2258B7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4364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45D41A-BB23-4025-A4AC-1467AE36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6C000A-5CC9-4DF0-8BC2-95307DFA8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B09A21-D1CA-473A-BC04-901BA4F0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C4E7-2E5F-46F4-9710-5D372B65B8AB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440590-4C20-48D7-8A04-12F13CA6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DEFC11-5DA8-4D8F-96AB-B7E7DA8F8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3A70-CBA7-4157-AC99-9CC2258B7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8066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31A1BB-42F2-4902-BFB1-C656D77B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E6AEF1-AEA0-450B-93B7-4CA126E61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9C1A466-345C-460F-B4F1-CA1D27FF9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EA6922-8303-4A94-A7DE-893A8AB1B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C4E7-2E5F-46F4-9710-5D372B65B8AB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73A9A0-F70C-4CEA-92B1-F95C892B7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AC49EF-827D-4373-952D-7673EA4B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3A70-CBA7-4157-AC99-9CC2258B7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2123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8D06DD-9131-447A-B2C2-737FF8C3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36D9C1-ACFF-479B-B1A6-2000BD2CB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7271F1C-0949-491F-B0DA-F1DF0A561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24F29C0-4751-4989-87E5-D89C10B9D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3DE01E9-2CC6-4908-ACB7-147054C02D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221F7F7-EE42-4B29-B930-E50907B5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C4E7-2E5F-46F4-9710-5D372B65B8AB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FE03C63-A220-4EAF-8473-AD1179E9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A7FF6CE-05D4-4619-9A00-C72A14D28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3A70-CBA7-4157-AC99-9CC2258B7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521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4B0D29-0D2F-4901-8B94-903D4EF6C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39AEE2F-6652-4065-ACF9-3E229FD8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C4E7-2E5F-46F4-9710-5D372B65B8AB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48B3DB5-F3C0-4AF3-96F9-1F8FA7BD2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4DC62B1-23EF-4B52-9BD5-66D09A8F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3A70-CBA7-4157-AC99-9CC2258B7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028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1FC4C69-CE51-435B-B681-5567CDA4D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C4E7-2E5F-46F4-9710-5D372B65B8AB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7FA88D2-467F-4903-910A-4E7FF4292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138C19-34F9-418C-81F1-E5112EAE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3A70-CBA7-4157-AC99-9CC2258B7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182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2DE03D-FD0F-48BE-A0D7-C794B0308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E8E22C-F908-4D71-8A9E-A0EF80D18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A92432-17EB-421A-8C57-89722A125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D4367E-A9C0-424D-B734-7931EE985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C4E7-2E5F-46F4-9710-5D372B65B8AB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017CE3-A5DA-4C2C-B68F-EC107C3F0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A077A3-955F-4CB9-B5D2-16531D7EA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3A70-CBA7-4157-AC99-9CC2258B7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4665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49B192-B5E7-47CC-8766-2DEFD1F8D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9A651D8-6620-4FA7-8161-2CACAF58C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2752CB-8DE8-4143-9E55-22D73187C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CEC9DD-F901-4E29-BF1F-EBE292F53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C4E7-2E5F-46F4-9710-5D372B65B8AB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DC147C-6433-4FB4-8377-B3454C978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5CE3CA-C3FA-4A37-BB3F-343922167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3A70-CBA7-4157-AC99-9CC2258B7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29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9016C6-22CE-4C0A-9949-7B58B6C2D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FDD280D-E16B-45A3-8DFD-54A557B96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23B7CB-26DF-4D63-B362-B9EAE7C4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C4E7-2E5F-46F4-9710-5D372B65B8AB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EFD989-6291-4DA3-A88D-FBB9E62E2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CDB181-10D0-459D-9F69-6F39C9A2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3A70-CBA7-4157-AC99-9CC2258B7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7439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099B4D0-02CD-4BDA-9164-BD5A34514E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8B2C600-105E-4AF0-B713-23D2024D3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4A1F9D-7590-45A8-9882-4FF202C3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CC4E7-2E5F-46F4-9710-5D372B65B8AB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C737F6-6625-4BC1-878A-689C8162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3D8CC1-F692-4FA3-AF24-6362C96B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B3A70-CBA7-4157-AC99-9CC2258B7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628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B692F45-94FD-4E24-ABC8-C79C0EE92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B4CFF1-B508-477E-B308-5A0E6D842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50BCF0-3DF3-4472-9322-4705A4914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CC4E7-2E5F-46F4-9710-5D372B65B8AB}" type="datetimeFigureOut">
              <a:rPr kumimoji="1" lang="ja-JP" altLang="en-US" smtClean="0"/>
              <a:t>2025/12/1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05CB08-7D3E-4E45-891E-AD1EF7AF0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7689DE-4569-4270-9995-A25B44C3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B3A70-CBA7-4157-AC99-9CC2258B70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666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61EE74D-607E-45E9-BFF1-DA8469B77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038" y="2274708"/>
            <a:ext cx="2438740" cy="256258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5E42813-807E-4019-B0C4-77C5A064F9E7}"/>
              </a:ext>
            </a:extLst>
          </p:cNvPr>
          <p:cNvSpPr txBox="1"/>
          <p:nvPr/>
        </p:nvSpPr>
        <p:spPr>
          <a:xfrm>
            <a:off x="7835900" y="1524048"/>
            <a:ext cx="1714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苦手な食べ物</a:t>
            </a:r>
            <a:endParaRPr kumimoji="1" lang="ja-JP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DD0EA50-A7D0-468F-862E-E7295AF6D7C1}"/>
              </a:ext>
            </a:extLst>
          </p:cNvPr>
          <p:cNvSpPr txBox="1"/>
          <p:nvPr/>
        </p:nvSpPr>
        <p:spPr>
          <a:xfrm>
            <a:off x="10431338" y="3120305"/>
            <a:ext cx="111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皿うどん</a:t>
            </a:r>
            <a:endParaRPr kumimoji="1" lang="ja-JP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20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5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宇木 七菜</dc:creator>
  <cp:lastModifiedBy>宇木 七菜</cp:lastModifiedBy>
  <cp:revision>11</cp:revision>
  <dcterms:created xsi:type="dcterms:W3CDTF">2025-11-27T01:25:32Z</dcterms:created>
  <dcterms:modified xsi:type="dcterms:W3CDTF">2025-12-01T01:48:56Z</dcterms:modified>
</cp:coreProperties>
</file>