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684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6690F0-B482-4749-9132-2896372C23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B77F82D-599C-4225-9FC1-EB0535CB3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30F937-596D-431F-B818-70B68A3C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6D7C44C-5575-4193-9572-E3A0EE72A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848734-8DF6-4DB2-930F-A45A8ACBF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878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7134B8F-2CDB-49E9-A652-8267BFFBA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2E059A3-1DB9-4C4D-8D84-1C6FC316E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5396DD-96A3-4980-87B7-3AC11261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93A323B-D174-496A-B86D-CFD470C8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555BD81-E5B5-49B1-B7D6-167F1AFF0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359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5A54DF8-0D4F-4E57-AE32-1A51D58D2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74DF28-D878-43DD-9954-191FA98D2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178040D-1FB4-4F3A-A1C6-1DCDF5C30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CAC7C3C-65DF-4559-9AAA-DC16CCDBE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83BA38-6D1F-44D1-BF37-45C83A7B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8072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80BB06-AC73-4C5D-8132-D38EA0A6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A2298FC-36AA-4FD6-A54E-A97D16543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60352A7-82EE-4003-8576-A3419A653F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A301526-35BE-42AC-8B80-C1B8301AE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32B3D97-54AF-4E8F-9998-A057140D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313C670-6D7C-4AB5-BADC-A4F3C3CB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8544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2833C-26EF-4CE9-B4A4-652890F60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ED950F-7D5F-457F-8CA6-BAA19707E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7FB0A4A-D79B-4111-9242-2989524EC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58EB82F-9445-45BD-A8DE-744A0CCF28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1FF974-102F-4909-8EB2-6232FBB87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D5A5002-A77B-4244-AA80-8010E4EE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3BF9E6A-29BE-41EE-9421-A5CE61794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3BF8507-61AE-4B95-994E-E564299CC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5054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E003C0-066B-4E39-AEE9-9FD93686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C9C6B5-3BF1-47FD-8458-4BFD66A5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7AD3183-F5F1-4AB8-942C-78804A76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006EB8BD-8D3A-4AA0-BB51-AC2C13AD6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512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F70334-D913-4C59-9938-4C238CC9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D0EE8A24-FBE3-41D0-AC01-ACF7C8A57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ED7474-8AA5-4A7F-884F-65570C69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4351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6F9F12-5F29-4FBB-B68B-6EFFF96D1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8874A1-3F9C-4B2A-9DD9-E0EE8FB83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53C1E8F-FB7B-4E30-9010-8BBE2DA3F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2B7768-C415-4196-8DBA-E99163A07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133C29C-EF13-4600-B068-712038427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5F041E-242D-43EC-83DD-C7FB04AEA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173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7A4F99-E8A8-42B0-83F4-6ECAB636E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B4EDFE7-AEAA-4700-AC75-855619656C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07029B0-9119-4C02-A91F-27FB0E5025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BEA45C-73DD-4CFC-B38D-A1F988B5A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B4C729C-905A-4E2B-BFE1-9CB8CA1AD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D488704-E5AB-4CD6-BBEC-38D8A7585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7327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6FE308-3B78-46D0-8072-CE654926A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77DF709-F08B-448C-8C3C-FD240C1853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B9E49C-DA9C-4F30-AF5E-08134483F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078079A-628F-4F3C-9678-8C43ECE1C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EBFE723-C741-4138-BAF2-38DDBA148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6044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61ABE219-6BD9-4E78-877F-3F42F6A8E0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E3AB4B-0FDB-4E12-81B5-480E6C2C5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4D2BD-BC76-4662-8037-03561C664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236EE51-CB45-4E02-B6B1-BD9B2B586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72D687A-AF2F-486B-BDF0-2DF874338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233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FA64FF-23DD-4F23-881A-E06338289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C309C76-AC30-48CF-AE49-A87C98DE9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917F4B-1BC1-4D97-8AD6-804C9D6149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CE1BC-4753-403C-A340-0B8E27AB0264}" type="datetimeFigureOut">
              <a:rPr kumimoji="1" lang="ja-JP" altLang="en-US" smtClean="0"/>
              <a:t>2025/11/27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61EE6A-ADDE-4C2F-A9DE-9A28211647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60A243-2F2D-4D12-8A2D-12070BCC9F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5FC8F7-8A6D-48DB-94AB-FB158D0BF4B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41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473E41C9-F88E-4A44-A481-06F144FFD5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3668" b="96552" l="2000" r="18889">
                        <a14:foregroundMark x1="9111" y1="73668" x2="12222" y2="73668"/>
                        <a14:foregroundMark x1="12222" y1="73668" x2="12444" y2="73668"/>
                        <a14:foregroundMark x1="18222" y1="77743" x2="18889" y2="80564"/>
                        <a14:foregroundMark x1="18889" y1="80564" x2="17778" y2="87147"/>
                        <a14:foregroundMark x1="6667" y1="73981" x2="6000" y2="7492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71312" r="79993"/>
          <a:stretch/>
        </p:blipFill>
        <p:spPr>
          <a:xfrm>
            <a:off x="1219540" y="1104900"/>
            <a:ext cx="45085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2787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宇木 七菜</dc:creator>
  <cp:lastModifiedBy>宇木 七菜</cp:lastModifiedBy>
  <cp:revision>3</cp:revision>
  <dcterms:created xsi:type="dcterms:W3CDTF">2025-11-27T00:58:11Z</dcterms:created>
  <dcterms:modified xsi:type="dcterms:W3CDTF">2025-11-27T01:16:36Z</dcterms:modified>
</cp:coreProperties>
</file>